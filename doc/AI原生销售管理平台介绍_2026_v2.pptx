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AI-NATIVE SALES PLATFORM · 2026-09 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E8EAED"/>
                </a:solidFill>
                <a:latin typeface="Microsoft YaHei"/>
              </a:rPr>
              <a:t>AI 原生销售管理平台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方法论 × 行为习惯 × LTC 内嵌 · 记忆 × 认知决策 × 每日复盘 × 多行业配置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B0"/>
                </a:solidFill>
                <a:latin typeface="Microsoft YaHei"/>
              </a:rPr>
              <a:t>不是把流程搬到线上，而是把成熟的销售经验、行为标准与业务流程，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B0"/>
                </a:solidFill>
                <a:latin typeface="Microsoft YaHei"/>
              </a:rPr>
              <a:t>连同智能体的记忆、九尺子校验与复盘能力，一起装进平台；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AA0B0"/>
                </a:solidFill>
                <a:latin typeface="Microsoft YaHei"/>
              </a:rPr>
              <a:t>换一个行业，只换一份配置画像，不改一行代码。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业务亮点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5532120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A78BFA"/>
                </a:solidFill>
                <a:latin typeface="Microsoft YaHei"/>
              </a:rPr>
              <a:t>技术亮点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5532120"/>
            <a:ext cx="4206240" cy="50292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4D399"/>
                </a:solidFill>
                <a:latin typeface="Microsoft YaHei"/>
              </a:rPr>
              <a:t>平台亮点 2 · K-M-D + 多行业配置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导读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从行业之痛，到八大能力，再到价值闭环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本次交流，六件事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9A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957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9AA0B0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27248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</a:rPr>
              <a:t>行业背景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703320"/>
            <a:ext cx="14813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B2B 销售：方法·习惯·流程·知识为何持续流失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19456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23957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3127248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</a:rPr>
              <a:t>业务亮点 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3703320"/>
            <a:ext cx="14813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成熟方法论 · 行为习惯植入 · LTC 流程内嵌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1104" y="219456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3957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A78BFA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3127248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</a:rPr>
              <a:t>技术亮点 ×3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703320"/>
            <a:ext cx="14813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上下文记忆 · 认知决策引擎 · 每日复盘回写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19456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3957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127248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</a:rPr>
              <a:t>平台亮点 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3703320"/>
            <a:ext cx="14813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K-M-D 三层管道：判断可解释、可复现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19456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3957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34D399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127248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</a:rPr>
              <a:t>平台亮点 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03320"/>
            <a:ext cx="14813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多行业零代码配置：换行业不改代码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2194560"/>
            <a:ext cx="1783080" cy="29260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31552" y="2395728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BBF24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1552" y="3127248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AED"/>
                </a:solidFill>
                <a:latin typeface="Microsoft YaHei"/>
              </a:rPr>
              <a:t>飞轮与落地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1552" y="3703320"/>
            <a:ext cx="148132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八大能力合成飞轮 · 真实业务印证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8640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一条主线：把「人脑里的判断力」变成「系统里的可解释能力」，再把这套能力复制到任意行业。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01 · 行业背景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销售复杂度之下，最值钱的四样东西最难传承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B2B 销售四重隐性流失：方法、习惯、流程、知识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87171"/>
                </a:solidFill>
                <a:latin typeface="Microsoft YaHei"/>
              </a:rPr>
              <a:t>方法论流失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报价靠拍脑袋、机会真伪凭感觉——资深销售的 BANT/MEDDICC 级判断留在人脑，人走即失。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4028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行为习惯流失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0175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拜访无规范、跟进看心情，21 条行为标准没有强制，好习惯沉淀不下来。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87171"/>
                </a:solidFill>
                <a:latin typeface="Microsoft YaHei"/>
              </a:rPr>
              <a:t>LTC 流程断裂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线索→成交全链路依赖人肉接力，任一路段断裂无人感知，商机静默流失。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8620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069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知识无法复用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663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行业 Know-How 与丢单教训散落在聊天记录里，新人接手要重新踩一遍坑。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结论：销售管理要真正提效，不是把 CRM 表单搬上线，而是把「方法、习惯、流程、知识」变成平台的系统能力。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02 · 业务亮点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15 个方法论独立 SKILL，覆盖线索到成交的每一步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集成大量销售成熟方法论：判断不再拍脑袋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677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BANT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432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预算/权限/需求/时间线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815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用途：线索初筛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1488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2231" y="22677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78BFA"/>
                </a:solidFill>
                <a:latin typeface="Microsoft YaHei"/>
              </a:rPr>
              <a:t>MEDDICC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1" y="27432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痛点/经济买家/决策流程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1" y="30815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用途：机会真假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1488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22677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60A5FA"/>
                </a:solidFill>
                <a:latin typeface="Microsoft YaHei"/>
              </a:rPr>
              <a:t>机会矩阵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27432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价值 × 赢率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30815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用途：资源投入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1488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51592" y="22677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BBF24"/>
                </a:solidFill>
                <a:latin typeface="Microsoft YaHei"/>
              </a:rPr>
              <a:t>角色地图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1592" y="27432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决策链/影响者/使用者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1592" y="30815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用途：主攻谁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5204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6393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D399"/>
                </a:solidFill>
                <a:latin typeface="Microsoft YaHei"/>
              </a:rPr>
              <a:t>三级报价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1148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开盘/目标/底价+条件换折扣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4531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用途：报价底线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35204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2231" y="36393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87171"/>
                </a:solidFill>
                <a:latin typeface="Microsoft YaHei"/>
              </a:rPr>
              <a:t>风险权衡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1" y="41148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风险 × 收益/红线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2231" y="44531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用途：签不签单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35204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36393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BBF24"/>
                </a:solidFill>
                <a:latin typeface="Microsoft YaHei"/>
              </a:rPr>
              <a:t>止损点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41148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投入预算/退出门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44531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用途：何时退出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87000" y="3520440"/>
            <a:ext cx="2926080" cy="128016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51592" y="363931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4D399"/>
                </a:solidFill>
                <a:latin typeface="Microsoft YaHei"/>
              </a:rPr>
              <a:t>事实vs话术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51592" y="41148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事实/证据/话术/异议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1592" y="44531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用途：不被忽悠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0292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更多：method-funnel-classification（漏斗分类）· method-stage-progression（阶段推进）· method-behavior-standard（行为标准）· method-intake-routing（接诊分流）· method-quote-engine（报价引擎）· method-review-gate（评审闸门）…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每个决策「问什么 / 要什么输入 / 用什么方法 / 结论留痕」，每条方法论带权重与必填维度，缺项直接报缺。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6309360"/>
            <a:ext cx="5669280" cy="45720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4D399"/>
                </a:solidFill>
                <a:latin typeface="Microsoft YaHei"/>
              </a:rPr>
              <a:t>BANT/MEDDICC/机会矩阵/角色地图/三级报价 已落地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02 · 业务亮点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销售管理体系行为标准 SKILL 化，21 条可测、可查、可复盘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植入销售人员行为习惯：好销售不是天赋，是可执行的标准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493776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34D399"/>
                </a:solidFill>
                <a:latin typeface="Microsoft YaHei"/>
              </a:rPr>
              <a:t>21 条行为标准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按销售任务分类，每条都可测评、可打分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94560"/>
            <a:ext cx="493776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377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拜访活动管理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9718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拜访前准备 → 拜访中记录 → 拜访后复盘，闭环留痕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0A5FA"/>
                </a:solidFill>
                <a:latin typeface="Microsoft YaHei"/>
              </a:rPr>
              <a:t>商机阶段动作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每一阶段该做什么、做到什么算达标，有标尺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794760"/>
            <a:ext cx="4937760" cy="146304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9776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行为达标看板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57200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A0B0"/>
                </a:solidFill>
                <a:latin typeface="Microsoft YaHei"/>
              </a:rPr>
              <a:t>「我的行为」实时可见，销售自驱改进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系统实时对照行为标准：拜访频次够不够、商机阶段停留是否超阈值、合格线是否达成。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习惯不再是口号，而是逐条可测量、可检查、可复盘的执行标准。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309360"/>
            <a:ext cx="6400800" cy="45720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BBF24"/>
                </a:solidFill>
                <a:latin typeface="Microsoft YaHei"/>
              </a:rPr>
              <a:t>行为标准 · 21 条合格线 · 拜访闭环 · 达标看板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02 · 业务亮点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线索 → 商机 → 方案 → 报价 → 合同 → 交付 → 回款 →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LTC 流程内嵌化：全链路在一条轨道上跑，不再人肉接力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9A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9AA0B0"/>
                </a:solidFill>
                <a:latin typeface="Microsoft YaHei"/>
              </a:rPr>
              <a:t>线索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培育 · 初筛 · 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2697480"/>
            <a:ext cx="128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22D3EE"/>
                </a:solidFill>
                <a:latin typeface="Microsoft YaHei"/>
              </a:rPr>
              <a:t>商机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MEDDICC · 分级 · 阶段推进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697480"/>
            <a:ext cx="128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7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60A5FA"/>
                </a:solidFill>
                <a:latin typeface="Microsoft YaHei"/>
              </a:rPr>
              <a:t>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需求补全 · 分层 · 对齐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74336" y="2697480"/>
            <a:ext cx="128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02352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A78BFA"/>
                </a:solidFill>
                <a:latin typeface="Microsoft YaHei"/>
              </a:rPr>
              <a:t>报价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三级报价 · 成本透视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128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28816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F87171"/>
                </a:solidFill>
                <a:latin typeface="Microsoft YaHei"/>
              </a:rPr>
              <a:t>合同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评审闸门 · 风险权衡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4" y="2697480"/>
            <a:ext cx="128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FBBF24"/>
                </a:solidFill>
                <a:latin typeface="Microsoft YaHei"/>
              </a:rPr>
              <a:t>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实施排期 · 链断裂预警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2697480"/>
            <a:ext cx="128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81744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4D399"/>
                </a:solidFill>
                <a:latin typeface="Microsoft YaHei"/>
              </a:rPr>
              <a:t>回款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逾期分级 · 差异化催收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80192" y="2697480"/>
            <a:ext cx="12801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808208" y="2468880"/>
            <a:ext cx="1298448" cy="13716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17936" y="2606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FBBF24"/>
                </a:solidFill>
                <a:latin typeface="Microsoft YaHei"/>
              </a:rPr>
              <a:t>复盘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7936" y="310896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9AA0B0"/>
                </a:solidFill>
                <a:latin typeface="Microsoft YaHei"/>
              </a:rPr>
              <a:t>订单复盘 · 复购转化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114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流程内嵌 ≠ 表单录账：每个环节的方法论自动附着、每个节点的判断自动留痕、每段链路断裂自动预警。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· 商机 30 天无方案 → 预警　· 回款逾期 → 分级催收　· 阶段只进不退 → 异常探测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76072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LTC 管道全流程受控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46320" y="5760720"/>
            <a:ext cx="4937760" cy="45720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87171"/>
                </a:solidFill>
                <a:latin typeface="Microsoft YaHei"/>
              </a:rPr>
              <a:t>链路断裂主动探测（SSE 推送）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技术亮点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写库即构建，客户全景可追溯，行业 Know-How 按租户独立沉淀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上下文图谱 + 租户级 Know-How：从「数据库」到「记忆系统」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231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78BFA"/>
                </a:solidFill>
                <a:latin typeface="Microsoft YaHei"/>
              </a:rPr>
              <a:t>上下文图谱（KG + 向量）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9718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写库即构建：写入同时生成本体关系与向量索引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客户/商机/报价/合同/回款连成知识网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语义检索：「上次那套系统再来一套」秒级命中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4028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4231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五类高频记忆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9718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① 客户业务（行业/KPI/痛点/预算）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② 组织决策链（架构/角色/内线）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③ 竞争情报（对手方案/报价）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④ 我方内部（成本/毛利红线）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⑤ 风险（经营/合同/交付/回款）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240280"/>
            <a:ext cx="3200400" cy="2651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242316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租户级 Know-How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9718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① ICP 画像　② 竞品对比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③ 客户异议　④ 买家语言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经「决策第 0 闸 + 人工确认」写入，按租户隔离，按需注入智能体上下文。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BBF24"/>
                </a:solidFill>
                <a:latin typeface="Microsoft YaHei"/>
              </a:rPr>
              <a:t>判据：只答 What 是数据库；能答 Why（谁/何时/结论/理由）才是记忆系统。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FBBF24"/>
                </a:solidFill>
                <a:latin typeface="Microsoft YaHei"/>
              </a:rPr>
              <a:t>客户 360 正向追溯 + 反向溯源：一笔报价能追到它的成本结构与同类先例；决策链与先例可检索、可比对，新人 10 秒接手。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技术亮点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8 项确定性判定（可复现）+ 1 项（清晰性）可选 LLM 精评，默认关闭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认知决策引擎：每一步判断都过九把尺子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2585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78BFA"/>
                </a:solidFill>
                <a:latin typeface="Microsoft YaHei"/>
              </a:rPr>
              <a:t>清晰性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79192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目标/问题/假设措辞是否明确（无模糊词）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227685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A78BFA"/>
                </a:solidFill>
                <a:latin typeface="Microsoft YaHei"/>
              </a:rPr>
              <a:t>LLM 默认关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148840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1" y="22585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0A5FA"/>
                </a:solidFill>
                <a:latin typeface="Microsoft YaHei"/>
              </a:rPr>
              <a:t>准确性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679192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假设是否有 grounded/contradicted/unsupported 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227685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148840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2258568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精确性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2679192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条件值是否落到具体类型、单位、时点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227685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01568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5112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相关性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931920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供给项与必填维度（required_dims）命中率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35295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3401568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1" y="35112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深度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1" y="3931920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推论链层数 ≥2 且触及根因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35295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3401568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2" y="3511296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87171"/>
                </a:solidFill>
                <a:latin typeface="Microsoft YaHei"/>
              </a:rPr>
              <a:t>广度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931920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立场多样性（≥3 且含反方）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352958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654296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76402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逻辑性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18464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每条推论同时有证据与假设，依赖图无环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79" y="47823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654296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1" y="476402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重要性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1" y="518464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概念引用按权重加权命中率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59" y="47823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4654296"/>
            <a:ext cx="3566160" cy="1170432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2" y="4764024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公平性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5184648"/>
            <a:ext cx="3246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AA0B0"/>
                </a:solidFill>
                <a:latin typeface="Microsoft YaHei"/>
              </a:rPr>
              <a:t>反面先例被检索到且被消费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47823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5C6278"/>
                </a:solidFill>
                <a:latin typeface="Microsoft YaHei"/>
              </a:rPr>
              <a:t>确定性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FBBF24"/>
                </a:solidFill>
                <a:latin typeface="Microsoft YaHei"/>
              </a:rPr>
              <a:t>0–4 分制，及格线与权重走配置（禁硬编码）；示例：一次机会评估得「精确性 1 ⚠ / 广度 1 ⚠」→ 归因（预算区间未落到具体值、立场缺反方）→ 补齐后复核，不放行、不静默通过。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04 · 平台亮点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把「拍脑袋」变成可解释、可复现、可审计的判断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认知驱动决策引擎 K-M-D：知识 → 方法 → 校验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8716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D3EE"/>
                </a:solidFill>
                <a:latin typeface="Microsoft YaHei"/>
              </a:rPr>
              <a:t>K · 知识层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63240"/>
            <a:ext cx="3017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五类客户记忆自动装配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租户 Know-How 按需注入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同类先例与历史决策链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缺什么信息就报什么，不做无米之炊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2918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28600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248716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A78BFA"/>
                </a:solidFill>
                <a:latin typeface="Microsoft YaHei"/>
              </a:rPr>
              <a:t>M · 方法层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3063240"/>
            <a:ext cx="30175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按场景装载方法论 SKILL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装载行为标准与必填维度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每条方法论带权重，参与判定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不是把方法名写进提示词就算用上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2918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C6278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28600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48716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BBF24"/>
                </a:solidFill>
                <a:latin typeface="Microsoft YaHei"/>
              </a:rPr>
              <a:t>D · 决策层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063240"/>
            <a:ext cx="2377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九尺子逐项打分（0–4）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8 项确定性 + 1 项 LLM（默认关）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输出结论/风险清单/止损条件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E8EAED"/>
                </a:solidFill>
                <a:latin typeface="Microsoft YaHei"/>
              </a:rPr>
              <a:t>· 携带 concept_refs 概念引用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输出即证据：intent（目的+问题）· assumptions · inference · viewpoints · implications · risk_register · stop_loss · concept_refs · rubric —— 审计时可从结论一路追回假设的证据与概念引用。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9AA0B0"/>
                </a:solidFill>
                <a:latin typeface="Microsoft YaHei"/>
              </a:rPr>
              <a:t>业务事件自动触发智能体派发（decision-enrich / decision-execute），写操作必经「决策第 0 闸」，决策链与先例可检索复用。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03 · 技术亮点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夜间批量扫描 + LLM 深度归因 + 可审查的处方草稿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复盘智能体每日自动复盘：经验每天被沉淀，知识自动回写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37760" cy="2651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78BFA"/>
                </a:solidFill>
                <a:latin typeface="Microsoft YaHei"/>
              </a:rPr>
              <a:t>每日自动复盘（retro 引擎）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4572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· 每日全量扫描当日决策集群，自动归因沉淀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· 七类根因分类：字段错配/信息不全/输入不及时/维度缺失/边缺失/次序不当/先例污染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· 输出可审查的复盘报告，不经审批不自动改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40280"/>
            <a:ext cx="4937760" cy="2651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复盘闭环（飞轮 + 知识回写）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017520"/>
            <a:ext cx="4572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· 丢单复盘 → 教训变成 SOP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· 成交复盘 → 同类报价锚点 + 复购排程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E8EAED"/>
                </a:solidFill>
                <a:latin typeface="Microsoft YaHei"/>
              </a:rPr>
              <a:t>· 赢输单原话自动回写进租户知识库（买家语言 / 标准异议）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34D399"/>
                </a:solidFill>
                <a:latin typeface="Microsoft YaHei"/>
              </a:rPr>
              <a:t>案例实证：成交 ¥12.6 万年度系统单，复盘出「需求变更未设闸门 + 验收未锁死」两类根因 → 沉淀为变更收费/验收即锁 SOP → 客户满意转复购。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34D399"/>
                </a:solidFill>
                <a:latin typeface="Microsoft YaHei"/>
              </a:rPr>
              <a:t>知识随业务自动生长：人不必手工维护话术库，复盘本身就是知识更新。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05 · 平台亮点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实体 · 阶段 · 审批 · 关系 · 领域计算全部配置化，不改内核、不污染其他租户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多行业零代码配置上线：一个行业 = 一份配置画像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配置画像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粒子类型/属性/阶段/审批/关系，由租户级配置画像声明；新增行业不新增代码、不加字面上限。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4028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阶段与审批可配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0175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阶段名称、数量、停留阈值、必做动作按行业自定义；审批域不再写死，销售阈值同样配置化。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069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A78BFA"/>
                </a:solidFill>
                <a:latin typeface="Microsoft YaHei"/>
              </a:rPr>
              <a:t>领域计算引擎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价格链路、毛利红线、分级规则由公式引擎承载，行业专属算法不进内核分支。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86200"/>
            <a:ext cx="4937760" cy="150876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0690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34D399"/>
                </a:solidFill>
                <a:latin typeface="Microsoft YaHei"/>
              </a:rPr>
              <a:t>租户隔离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66344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粒子、配置、Knowledge 全部按租户隔离；开通即播种行业主数据，停用只改状态不删数据。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行业差异留在配置里，不留在代码里 —— 同一套内核，可同时承载制造、家电、新能源、培训服务等不同业态。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06 · 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方法论 → 行为 → 流程 → 记忆 → 校验 → 决策 → 复盘 → 知识回写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八大能力不是八个功能，而是一个能力飞轮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业务 · 方法论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15 个 method-* SKILL：判断有方法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94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34086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BBF24"/>
                </a:solidFill>
                <a:latin typeface="Microsoft YaHei"/>
              </a:rPr>
              <a:t>业务 · 行为习惯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39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21 条行为标准：动作有标尺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4086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4D399"/>
                </a:solidFill>
                <a:latin typeface="Microsoft YaHei"/>
              </a:rPr>
              <a:t>业务 · LTC 内嵌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39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线索到回款一条轨道：流程不脱节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194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59" y="234086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78BFA"/>
                </a:solidFill>
                <a:latin typeface="Microsoft YaHei"/>
              </a:rPr>
              <a:t>技术 · 记忆系统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59" y="2834639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上下文图谱 + Know-How：客户不丢失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962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2D3EE"/>
                </a:solidFill>
                <a:latin typeface="Microsoft YaHei"/>
              </a:rPr>
              <a:t>平台 · K-M-D 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九尺子校验：判断可解释、可复现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370332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84962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0A5FA"/>
                </a:solidFill>
                <a:latin typeface="Microsoft YaHei"/>
              </a:rPr>
              <a:t>技术 · 决策留痕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434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第 0 闸 + 事件驱动：判断可溯源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0332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4962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4D399"/>
                </a:solidFill>
                <a:latin typeface="Microsoft YaHei"/>
              </a:rPr>
              <a:t>技术 · 每日复盘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434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retro 引擎：经验每天被沉淀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70332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59" y="3849624"/>
            <a:ext cx="2423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BBF24"/>
                </a:solidFill>
                <a:latin typeface="Microsoft YaHei"/>
              </a:rPr>
              <a:t>平台 · 多行业配置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4343400"/>
            <a:ext cx="2423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0"/>
                </a:solidFill>
                <a:latin typeface="Microsoft YaHei"/>
              </a:rPr>
              <a:t>配置画像：行业零代码上线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5780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E8EAED"/>
                </a:solidFill>
                <a:latin typeface="Microsoft YaHei"/>
              </a:rPr>
              <a:t>越用越聪明：捕获 Capture → 拼装 Assemble → 校验 Verify → 决策 Decide → 回流 Feedback → 复盘 Review → 知识回写。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E8EAED"/>
                </a:solidFill>
                <a:latin typeface="Microsoft YaHei"/>
              </a:rPr>
              <a:t>每一圈，先例更丰富、判断更准、人更省心。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06 · 价值与落地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报价 / 需求补全 / 链预警 / 决策可解释 / 角色自适应 / 复盘复购，全部来自真实业务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用真实业务印证能力落地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4086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系统方案报价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39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一句话报出 A/B 两方案，成本结构、毛利底线全透视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945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34086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Microsoft YaHei"/>
              </a:rPr>
              <a:t>需求自动补全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834639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8 项必填缺失自动追问，一个来回齐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4106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87171"/>
                </a:solidFill>
                <a:latin typeface="Microsoft YaHei"/>
              </a:rPr>
              <a:t>交付风险预警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3484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链断裂/回款逾期先于提问主动推送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7947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394106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A78BFA"/>
                </a:solidFill>
                <a:latin typeface="Microsoft YaHei"/>
              </a:rPr>
              <a:t>决策可解释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43484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九尺子逐项打分，不达标项归因后复核，不放行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949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54126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角色自适应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603504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同一句话，销售/经理/高管/财务各见所需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5394960"/>
            <a:ext cx="4937760" cy="1417320"/>
          </a:xfrm>
          <a:prstGeom prst="roundRect">
            <a:avLst>
              <a:gd name="adj" fmla="val 8000"/>
            </a:avLst>
          </a:prstGeom>
          <a:solidFill>
            <a:srgbClr val="1A1E2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5541264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订单复盘复购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6035040"/>
            <a:ext cx="4572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0B0"/>
                </a:solidFill>
                <a:latin typeface="Microsoft YaHei"/>
              </a:rPr>
              <a:t>¥12.6 万复盘成 SOP，复购自动排程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635508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C6278"/>
                </a:solidFill>
                <a:latin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结语 ·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EAED"/>
                </a:solidFill>
                <a:latin typeface="Microsoft YaHei"/>
              </a:rPr>
              <a:t>建议下一步：用真实数据说话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9AA0B0"/>
                </a:solidFill>
                <a:latin typeface="Microsoft YaHei"/>
              </a:rPr>
              <a:t>让「方法、习惯、流程、记忆、校验、复盘、知识」都成为系统能力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E8EAED"/>
                </a:solidFill>
                <a:latin typeface="Microsoft YaHei"/>
              </a:rPr>
              <a:t>平台不是工具，而是会自检、会校验、会进化的销售中枢。</a:t>
            </a:r>
          </a:p>
          <a:p>
            <a:pPr algn="l">
              <a:lnSpc>
                <a:spcPct val="135000"/>
              </a:lnSpc>
            </a:pPr>
            <a:r>
              <a:rPr sz="1650" b="0">
                <a:solidFill>
                  <a:srgbClr val="E8EAED"/>
                </a:solidFill>
                <a:latin typeface="Microsoft YaHei"/>
              </a:rPr>
              <a:t>先跑通「一般商机全自动闭环」：自动接诊、九尺子校验、标准报价、事件驱动跟进，让销售立刻减负。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3200400" cy="54864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D3EE"/>
                </a:solidFill>
                <a:latin typeface="Microsoft YaHei"/>
              </a:rPr>
              <a:t>第一步 · 一键召唤专家包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79476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BBF24"/>
                </a:solidFill>
                <a:latin typeface="Microsoft YaHei"/>
              </a:rPr>
              <a:t>第二步 · 方法论+行为标准铺开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794760"/>
            <a:ext cx="3474720" cy="548640"/>
          </a:xfrm>
          <a:prstGeom prst="roundRect">
            <a:avLst>
              <a:gd name="adj" fmla="val 50000"/>
            </a:avLst>
          </a:prstGeom>
          <a:solidFill>
            <a:srgbClr val="13161E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4D399"/>
                </a:solidFill>
                <a:latin typeface="Microsoft YaHei"/>
              </a:rPr>
              <a:t>第三步 · 每日复盘自动运转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AI 原生销售管理平台 —— 让每一次报价有方法、每一次拜访有标准、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每一个决策有依据、每一天的经验都被沉淀、换行业只换一份配置。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